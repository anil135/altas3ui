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377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Avigilon Alta to AWS S3 Media Migration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834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One-Slide Client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Automate export of Avigilon Alta images/videos into AWS with secure, searchable access by location, camera, and time range.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566160" cy="16002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Avigilon Alta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+ Cloud Connector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2542032"/>
            <a:ext cx="868680" cy="4114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1920240"/>
            <a:ext cx="3611880" cy="160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2212848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Lambda Export Worker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+ EventBridge Schedule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2542032"/>
            <a:ext cx="868680" cy="41148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21240" y="1920240"/>
            <a:ext cx="1828800" cy="160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04120" y="230428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S3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DynamoDB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Bucket &amp; Data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5989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- Multiple buckets: one per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- Path structure: alta/&lt;camera&gt;/&lt;YYYY/MM/DD/HH/MM/SS&gt;/&lt;media-id&gt;.jpg|mp4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- DynamoDB index: PK=LOCATION#&lt;location&gt;#CAMERA#&lt;camera&gt;, SK=epochMillis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Security &amp;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0690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- Parameter Store for Alta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- Private encrypted S3 buckets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- Search Lambda returns signed URLs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- API Gateway (+ Cognito optional)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92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577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Live Demo 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8795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1) Bootstrap location buckets  2) Run export window  3) Query media API and open signed URL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58704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Artifacts delivered: deployment.md, backend/template.yaml, demo/run-demo.ps1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Avigilon Alta to AWS S3</dc:title>
  <dc:subject>PptxGenJS Presentation</dc:subject>
  <dc:creator>S3-UI Team</dc:creator>
  <cp:lastModifiedBy>S3-UI Team</cp:lastModifiedBy>
  <cp:revision>1</cp:revision>
  <dcterms:created xsi:type="dcterms:W3CDTF">2026-04-24T16:01:21Z</dcterms:created>
  <dcterms:modified xsi:type="dcterms:W3CDTF">2026-04-24T16:01:21Z</dcterms:modified>
</cp:coreProperties>
</file>